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7" r:id="rId4"/>
    <p:sldId id="264" r:id="rId5"/>
    <p:sldId id="26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0AF"/>
    <a:srgbClr val="E6ECF1"/>
    <a:srgbClr val="FA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B3747A-D3B5-4F28-8B30-2B4D64228723}" v="199" dt="2026-01-26T14:51:50.3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윤식 함" userId="206ff4e6f5d5a004" providerId="LiveId" clId="{9B86B356-0F7C-41A9-B160-C056C6471ABE}"/>
    <pc:docChg chg="undo custSel addSld delSld modSld sldOrd">
      <pc:chgData name="윤식 함" userId="206ff4e6f5d5a004" providerId="LiveId" clId="{9B86B356-0F7C-41A9-B160-C056C6471ABE}" dt="2026-01-26T14:53:55.773" v="1291" actId="20577"/>
      <pc:docMkLst>
        <pc:docMk/>
      </pc:docMkLst>
      <pc:sldChg chg="addSp delSp modSp mod">
        <pc:chgData name="윤식 함" userId="206ff4e6f5d5a004" providerId="LiveId" clId="{9B86B356-0F7C-41A9-B160-C056C6471ABE}" dt="2026-01-26T14:53:55.773" v="1291" actId="20577"/>
        <pc:sldMkLst>
          <pc:docMk/>
          <pc:sldMk cId="1360199594" sldId="256"/>
        </pc:sldMkLst>
        <pc:spChg chg="mod">
          <ac:chgData name="윤식 함" userId="206ff4e6f5d5a004" providerId="LiveId" clId="{9B86B356-0F7C-41A9-B160-C056C6471ABE}" dt="2026-01-26T14:53:55.773" v="1291" actId="20577"/>
          <ac:spMkLst>
            <pc:docMk/>
            <pc:sldMk cId="1360199594" sldId="256"/>
            <ac:spMk id="17" creationId="{17EB4B9D-5812-DC2B-33EF-B30C4B0EB65B}"/>
          </ac:spMkLst>
        </pc:spChg>
        <pc:spChg chg="add del">
          <ac:chgData name="윤식 함" userId="206ff4e6f5d5a004" providerId="LiveId" clId="{9B86B356-0F7C-41A9-B160-C056C6471ABE}" dt="2026-01-26T14:23:11.459" v="1" actId="22"/>
          <ac:spMkLst>
            <pc:docMk/>
            <pc:sldMk cId="1360199594" sldId="256"/>
            <ac:spMk id="21" creationId="{8BB0BA2B-F107-ECC2-5BEB-BE9C37B15616}"/>
          </ac:spMkLst>
        </pc:spChg>
        <pc:picChg chg="add del mod modCrop">
          <ac:chgData name="윤식 함" userId="206ff4e6f5d5a004" providerId="LiveId" clId="{9B86B356-0F7C-41A9-B160-C056C6471ABE}" dt="2026-01-26T14:23:58.913" v="20" actId="21"/>
          <ac:picMkLst>
            <pc:docMk/>
            <pc:sldMk cId="1360199594" sldId="256"/>
            <ac:picMk id="23" creationId="{9D424A6A-9939-01D3-C43E-AD6075AD3B16}"/>
          </ac:picMkLst>
        </pc:picChg>
      </pc:sldChg>
      <pc:sldChg chg="addSp delSp modSp mod ord">
        <pc:chgData name="윤식 함" userId="206ff4e6f5d5a004" providerId="LiveId" clId="{9B86B356-0F7C-41A9-B160-C056C6471ABE}" dt="2026-01-26T14:51:13.539" v="1097" actId="21"/>
        <pc:sldMkLst>
          <pc:docMk/>
          <pc:sldMk cId="4064663280" sldId="257"/>
        </pc:sldMkLst>
        <pc:spChg chg="del mod">
          <ac:chgData name="윤식 함" userId="206ff4e6f5d5a004" providerId="LiveId" clId="{9B86B356-0F7C-41A9-B160-C056C6471ABE}" dt="2026-01-26T14:47:31.336" v="1017"/>
          <ac:spMkLst>
            <pc:docMk/>
            <pc:sldMk cId="4064663280" sldId="257"/>
            <ac:spMk id="2" creationId="{A9FD5BB5-B6CB-1269-9012-3BB5E4C96DF9}"/>
          </ac:spMkLst>
        </pc:spChg>
        <pc:spChg chg="mod">
          <ac:chgData name="윤식 함" userId="206ff4e6f5d5a004" providerId="LiveId" clId="{9B86B356-0F7C-41A9-B160-C056C6471ABE}" dt="2026-01-26T14:47:48.386" v="1020" actId="14100"/>
          <ac:spMkLst>
            <pc:docMk/>
            <pc:sldMk cId="4064663280" sldId="257"/>
            <ac:spMk id="3" creationId="{9A42901F-DC55-AC04-20B2-1F57FE5C205F}"/>
          </ac:spMkLst>
        </pc:spChg>
        <pc:spChg chg="mod ord">
          <ac:chgData name="윤식 함" userId="206ff4e6f5d5a004" providerId="LiveId" clId="{9B86B356-0F7C-41A9-B160-C056C6471ABE}" dt="2026-01-26T14:47:56.948" v="1025" actId="1076"/>
          <ac:spMkLst>
            <pc:docMk/>
            <pc:sldMk cId="4064663280" sldId="257"/>
            <ac:spMk id="4" creationId="{3CBBA8A5-B656-49E1-824D-AF18D17D4CC5}"/>
          </ac:spMkLst>
        </pc:spChg>
        <pc:spChg chg="add del mod">
          <ac:chgData name="윤식 함" userId="206ff4e6f5d5a004" providerId="LiveId" clId="{9B86B356-0F7C-41A9-B160-C056C6471ABE}" dt="2026-01-26T14:32:45.280" v="332" actId="478"/>
          <ac:spMkLst>
            <pc:docMk/>
            <pc:sldMk cId="4064663280" sldId="257"/>
            <ac:spMk id="12" creationId="{AC778F1A-7BB8-C05E-BE4F-E2BBDC07878B}"/>
          </ac:spMkLst>
        </pc:spChg>
        <pc:spChg chg="add del mod">
          <ac:chgData name="윤식 함" userId="206ff4e6f5d5a004" providerId="LiveId" clId="{9B86B356-0F7C-41A9-B160-C056C6471ABE}" dt="2026-01-26T14:33:58.391" v="450" actId="21"/>
          <ac:spMkLst>
            <pc:docMk/>
            <pc:sldMk cId="4064663280" sldId="257"/>
            <ac:spMk id="17" creationId="{1F658E5E-E3EC-3B1B-C871-6884B1C7DEC5}"/>
          </ac:spMkLst>
        </pc:spChg>
        <pc:spChg chg="add mod">
          <ac:chgData name="윤식 함" userId="206ff4e6f5d5a004" providerId="LiveId" clId="{9B86B356-0F7C-41A9-B160-C056C6471ABE}" dt="2026-01-26T14:50:23.252" v="1066" actId="21"/>
          <ac:spMkLst>
            <pc:docMk/>
            <pc:sldMk cId="4064663280" sldId="257"/>
            <ac:spMk id="18" creationId="{670C1E67-A01F-985F-6E00-66BC4A964932}"/>
          </ac:spMkLst>
        </pc:spChg>
        <pc:spChg chg="add mod ord">
          <ac:chgData name="윤식 함" userId="206ff4e6f5d5a004" providerId="LiveId" clId="{9B86B356-0F7C-41A9-B160-C056C6471ABE}" dt="2026-01-26T14:50:35.958" v="1070"/>
          <ac:spMkLst>
            <pc:docMk/>
            <pc:sldMk cId="4064663280" sldId="257"/>
            <ac:spMk id="19" creationId="{4CEB1BC9-7D41-F90B-F487-9CF8A27879B0}"/>
          </ac:spMkLst>
        </pc:spChg>
        <pc:spChg chg="add mod ord">
          <ac:chgData name="윤식 함" userId="206ff4e6f5d5a004" providerId="LiveId" clId="{9B86B356-0F7C-41A9-B160-C056C6471ABE}" dt="2026-01-26T14:47:46.261" v="1019" actId="14100"/>
          <ac:spMkLst>
            <pc:docMk/>
            <pc:sldMk cId="4064663280" sldId="257"/>
            <ac:spMk id="20" creationId="{FCE3373D-DF32-F75A-CF85-3B98EF97B75B}"/>
          </ac:spMkLst>
        </pc:spChg>
        <pc:spChg chg="add del mod ord">
          <ac:chgData name="윤식 함" userId="206ff4e6f5d5a004" providerId="LiveId" clId="{9B86B356-0F7C-41A9-B160-C056C6471ABE}" dt="2026-01-26T14:45:36.296" v="975" actId="478"/>
          <ac:spMkLst>
            <pc:docMk/>
            <pc:sldMk cId="4064663280" sldId="257"/>
            <ac:spMk id="21" creationId="{27EEB751-2E0E-BD19-8629-A1B658BA555B}"/>
          </ac:spMkLst>
        </pc:spChg>
        <pc:spChg chg="add del mod">
          <ac:chgData name="윤식 함" userId="206ff4e6f5d5a004" providerId="LiveId" clId="{9B86B356-0F7C-41A9-B160-C056C6471ABE}" dt="2026-01-26T14:45:46.515" v="978" actId="478"/>
          <ac:spMkLst>
            <pc:docMk/>
            <pc:sldMk cId="4064663280" sldId="257"/>
            <ac:spMk id="22" creationId="{B20BDB86-8CC2-82E5-DE86-3A8CC5279822}"/>
          </ac:spMkLst>
        </pc:spChg>
        <pc:spChg chg="add del mod">
          <ac:chgData name="윤식 함" userId="206ff4e6f5d5a004" providerId="LiveId" clId="{9B86B356-0F7C-41A9-B160-C056C6471ABE}" dt="2026-01-26T14:45:15.717" v="973" actId="478"/>
          <ac:spMkLst>
            <pc:docMk/>
            <pc:sldMk cId="4064663280" sldId="257"/>
            <ac:spMk id="24" creationId="{A65D69F5-5397-D5C1-7513-8DD5C317C364}"/>
          </ac:spMkLst>
        </pc:spChg>
        <pc:spChg chg="add mod ord">
          <ac:chgData name="윤식 함" userId="206ff4e6f5d5a004" providerId="LiveId" clId="{9B86B356-0F7C-41A9-B160-C056C6471ABE}" dt="2026-01-26T14:48:06.654" v="1028" actId="14100"/>
          <ac:spMkLst>
            <pc:docMk/>
            <pc:sldMk cId="4064663280" sldId="257"/>
            <ac:spMk id="25" creationId="{85AD56EF-B1E1-060C-F007-B3D48D058BC2}"/>
          </ac:spMkLst>
        </pc:spChg>
        <pc:spChg chg="add mod">
          <ac:chgData name="윤식 함" userId="206ff4e6f5d5a004" providerId="LiveId" clId="{9B86B356-0F7C-41A9-B160-C056C6471ABE}" dt="2026-01-26T14:50:08.065" v="1061" actId="20577"/>
          <ac:spMkLst>
            <pc:docMk/>
            <pc:sldMk cId="4064663280" sldId="257"/>
            <ac:spMk id="26" creationId="{F0263FC3-C2D6-54CB-3BF7-7A58CD34DDAC}"/>
          </ac:spMkLst>
        </pc:spChg>
        <pc:spChg chg="add del mod">
          <ac:chgData name="윤식 함" userId="206ff4e6f5d5a004" providerId="LiveId" clId="{9B86B356-0F7C-41A9-B160-C056C6471ABE}" dt="2026-01-26T14:48:01.402" v="1027" actId="478"/>
          <ac:spMkLst>
            <pc:docMk/>
            <pc:sldMk cId="4064663280" sldId="257"/>
            <ac:spMk id="27" creationId="{89F01FAF-3147-89E3-6A7E-CD76D894C042}"/>
          </ac:spMkLst>
        </pc:spChg>
        <pc:spChg chg="add del mod">
          <ac:chgData name="윤식 함" userId="206ff4e6f5d5a004" providerId="LiveId" clId="{9B86B356-0F7C-41A9-B160-C056C6471ABE}" dt="2026-01-26T14:49:56.030" v="1051" actId="21"/>
          <ac:spMkLst>
            <pc:docMk/>
            <pc:sldMk cId="4064663280" sldId="257"/>
            <ac:spMk id="29" creationId="{0931C547-942F-767A-EC0D-0725BF75BBEE}"/>
          </ac:spMkLst>
        </pc:spChg>
        <pc:spChg chg="add del mod">
          <ac:chgData name="윤식 함" userId="206ff4e6f5d5a004" providerId="LiveId" clId="{9B86B356-0F7C-41A9-B160-C056C6471ABE}" dt="2026-01-26T14:51:13.539" v="1097" actId="21"/>
          <ac:spMkLst>
            <pc:docMk/>
            <pc:sldMk cId="4064663280" sldId="257"/>
            <ac:spMk id="30" creationId="{99DD5617-2F9F-444E-38AE-3B1A9BC52738}"/>
          </ac:spMkLst>
        </pc:spChg>
        <pc:picChg chg="add del mod">
          <ac:chgData name="윤식 함" userId="206ff4e6f5d5a004" providerId="LiveId" clId="{9B86B356-0F7C-41A9-B160-C056C6471ABE}" dt="2026-01-26T14:36:55.170" v="914" actId="21"/>
          <ac:picMkLst>
            <pc:docMk/>
            <pc:sldMk cId="4064663280" sldId="257"/>
            <ac:picMk id="23" creationId="{9D424A6A-9939-01D3-C43E-AD6075AD3B16}"/>
          </ac:picMkLst>
        </pc:picChg>
      </pc:sldChg>
      <pc:sldChg chg="addSp delSp modSp mod">
        <pc:chgData name="윤식 함" userId="206ff4e6f5d5a004" providerId="LiveId" clId="{9B86B356-0F7C-41A9-B160-C056C6471ABE}" dt="2026-01-26T14:30:53.184" v="312" actId="1076"/>
        <pc:sldMkLst>
          <pc:docMk/>
          <pc:sldMk cId="1908813220" sldId="258"/>
        </pc:sldMkLst>
        <pc:spChg chg="mod">
          <ac:chgData name="윤식 함" userId="206ff4e6f5d5a004" providerId="LiveId" clId="{9B86B356-0F7C-41A9-B160-C056C6471ABE}" dt="2026-01-26T14:27:34.824" v="142" actId="113"/>
          <ac:spMkLst>
            <pc:docMk/>
            <pc:sldMk cId="1908813220" sldId="258"/>
            <ac:spMk id="3" creationId="{42C337E8-74D2-1062-54CF-8CC4B98AE181}"/>
          </ac:spMkLst>
        </pc:spChg>
        <pc:spChg chg="add mod">
          <ac:chgData name="윤식 함" userId="206ff4e6f5d5a004" providerId="LiveId" clId="{9B86B356-0F7C-41A9-B160-C056C6471ABE}" dt="2026-01-26T14:26:07.570" v="42" actId="1076"/>
          <ac:spMkLst>
            <pc:docMk/>
            <pc:sldMk cId="1908813220" sldId="258"/>
            <ac:spMk id="4" creationId="{6337BC27-AC4A-D7EC-A233-9F9A9A06997F}"/>
          </ac:spMkLst>
        </pc:spChg>
        <pc:spChg chg="add mod">
          <ac:chgData name="윤식 함" userId="206ff4e6f5d5a004" providerId="LiveId" clId="{9B86B356-0F7C-41A9-B160-C056C6471ABE}" dt="2026-01-26T14:27:02.161" v="126" actId="207"/>
          <ac:spMkLst>
            <pc:docMk/>
            <pc:sldMk cId="1908813220" sldId="258"/>
            <ac:spMk id="6" creationId="{5A3DF665-7B90-36BD-361B-0C3B21AF6E44}"/>
          </ac:spMkLst>
        </pc:spChg>
        <pc:picChg chg="mod">
          <ac:chgData name="윤식 함" userId="206ff4e6f5d5a004" providerId="LiveId" clId="{9B86B356-0F7C-41A9-B160-C056C6471ABE}" dt="2026-01-26T14:30:53.184" v="312" actId="1076"/>
          <ac:picMkLst>
            <pc:docMk/>
            <pc:sldMk cId="1908813220" sldId="258"/>
            <ac:picMk id="5" creationId="{7F39A426-0884-0D0C-F591-232983DA6301}"/>
          </ac:picMkLst>
        </pc:picChg>
        <pc:picChg chg="add del mod">
          <ac:chgData name="윤식 함" userId="206ff4e6f5d5a004" providerId="LiveId" clId="{9B86B356-0F7C-41A9-B160-C056C6471ABE}" dt="2026-01-26T14:28:06.713" v="143" actId="21"/>
          <ac:picMkLst>
            <pc:docMk/>
            <pc:sldMk cId="1908813220" sldId="258"/>
            <ac:picMk id="23" creationId="{9D424A6A-9939-01D3-C43E-AD6075AD3B16}"/>
          </ac:picMkLst>
        </pc:picChg>
      </pc:sldChg>
      <pc:sldChg chg="addSp delSp modSp del mod setBg">
        <pc:chgData name="윤식 함" userId="206ff4e6f5d5a004" providerId="LiveId" clId="{9B86B356-0F7C-41A9-B160-C056C6471ABE}" dt="2026-01-26T14:36:38.638" v="909" actId="47"/>
        <pc:sldMkLst>
          <pc:docMk/>
          <pc:sldMk cId="174787662" sldId="260"/>
        </pc:sldMkLst>
        <pc:spChg chg="mod">
          <ac:chgData name="윤식 함" userId="206ff4e6f5d5a004" providerId="LiveId" clId="{9B86B356-0F7C-41A9-B160-C056C6471ABE}" dt="2026-01-26T14:28:18.041" v="146" actId="1076"/>
          <ac:spMkLst>
            <pc:docMk/>
            <pc:sldMk cId="174787662" sldId="260"/>
            <ac:spMk id="9" creationId="{5AE6D04E-2F5F-8600-98C5-67E4AC98FD99}"/>
          </ac:spMkLst>
        </pc:spChg>
        <pc:spChg chg="mod">
          <ac:chgData name="윤식 함" userId="206ff4e6f5d5a004" providerId="LiveId" clId="{9B86B356-0F7C-41A9-B160-C056C6471ABE}" dt="2026-01-26T14:28:19.041" v="147" actId="1076"/>
          <ac:spMkLst>
            <pc:docMk/>
            <pc:sldMk cId="174787662" sldId="260"/>
            <ac:spMk id="13" creationId="{6381E3DC-FF2F-5864-34E1-D8BB6BD3AD65}"/>
          </ac:spMkLst>
        </pc:spChg>
        <pc:spChg chg="add del mod">
          <ac:chgData name="윤식 함" userId="206ff4e6f5d5a004" providerId="LiveId" clId="{9B86B356-0F7C-41A9-B160-C056C6471ABE}" dt="2026-01-26T14:30:33.495" v="308" actId="478"/>
          <ac:spMkLst>
            <pc:docMk/>
            <pc:sldMk cId="174787662" sldId="260"/>
            <ac:spMk id="21" creationId="{EFAAFD9D-D28A-7634-EF01-94E12BE2A8AB}"/>
          </ac:spMkLst>
        </pc:spChg>
        <pc:spChg chg="add del mod">
          <ac:chgData name="윤식 함" userId="206ff4e6f5d5a004" providerId="LiveId" clId="{9B86B356-0F7C-41A9-B160-C056C6471ABE}" dt="2026-01-26T14:34:32.534" v="510" actId="21"/>
          <ac:spMkLst>
            <pc:docMk/>
            <pc:sldMk cId="174787662" sldId="260"/>
            <ac:spMk id="22" creationId="{1F658E5E-E3EC-3B1B-C871-6884B1C7DEC5}"/>
          </ac:spMkLst>
        </pc:spChg>
        <pc:spChg chg="add del mod">
          <ac:chgData name="윤식 함" userId="206ff4e6f5d5a004" providerId="LiveId" clId="{9B86B356-0F7C-41A9-B160-C056C6471ABE}" dt="2026-01-26T14:35:55.713" v="756" actId="21"/>
          <ac:spMkLst>
            <pc:docMk/>
            <pc:sldMk cId="174787662" sldId="260"/>
            <ac:spMk id="24" creationId="{1F658E5E-E3EC-3B1B-C871-6884B1C7DEC5}"/>
          </ac:spMkLst>
        </pc:spChg>
        <pc:picChg chg="add del mod">
          <ac:chgData name="윤식 함" userId="206ff4e6f5d5a004" providerId="LiveId" clId="{9B86B356-0F7C-41A9-B160-C056C6471ABE}" dt="2026-01-26T14:36:34.731" v="907" actId="21"/>
          <ac:picMkLst>
            <pc:docMk/>
            <pc:sldMk cId="174787662" sldId="260"/>
            <ac:picMk id="23" creationId="{9D424A6A-9939-01D3-C43E-AD6075AD3B16}"/>
          </ac:picMkLst>
        </pc:picChg>
      </pc:sldChg>
      <pc:sldChg chg="del">
        <pc:chgData name="윤식 함" userId="206ff4e6f5d5a004" providerId="LiveId" clId="{9B86B356-0F7C-41A9-B160-C056C6471ABE}" dt="2026-01-26T14:35:29.415" v="735" actId="47"/>
        <pc:sldMkLst>
          <pc:docMk/>
          <pc:sldMk cId="2380929458" sldId="261"/>
        </pc:sldMkLst>
      </pc:sldChg>
      <pc:sldChg chg="addSp delSp modSp add del mod">
        <pc:chgData name="윤식 함" userId="206ff4e6f5d5a004" providerId="LiveId" clId="{9B86B356-0F7C-41A9-B160-C056C6471ABE}" dt="2026-01-26T14:48:43.561" v="1036" actId="47"/>
        <pc:sldMkLst>
          <pc:docMk/>
          <pc:sldMk cId="877903212" sldId="262"/>
        </pc:sldMkLst>
        <pc:spChg chg="del mod">
          <ac:chgData name="윤식 함" userId="206ff4e6f5d5a004" providerId="LiveId" clId="{9B86B356-0F7C-41A9-B160-C056C6471ABE}" dt="2026-01-26T14:47:24.617" v="1012"/>
          <ac:spMkLst>
            <pc:docMk/>
            <pc:sldMk cId="877903212" sldId="262"/>
            <ac:spMk id="2" creationId="{3282D9C5-2E4A-3619-FE0A-B465D65C62EA}"/>
          </ac:spMkLst>
        </pc:spChg>
        <pc:spChg chg="mod">
          <ac:chgData name="윤식 함" userId="206ff4e6f5d5a004" providerId="LiveId" clId="{9B86B356-0F7C-41A9-B160-C056C6471ABE}" dt="2026-01-26T14:34:22.659" v="488" actId="20577"/>
          <ac:spMkLst>
            <pc:docMk/>
            <pc:sldMk cId="877903212" sldId="262"/>
            <ac:spMk id="3" creationId="{CA1FB23D-A0C7-4220-F7A5-D39489301797}"/>
          </ac:spMkLst>
        </pc:spChg>
        <pc:spChg chg="mod">
          <ac:chgData name="윤식 함" userId="206ff4e6f5d5a004" providerId="LiveId" clId="{9B86B356-0F7C-41A9-B160-C056C6471ABE}" dt="2026-01-26T14:34:28.955" v="509" actId="20577"/>
          <ac:spMkLst>
            <pc:docMk/>
            <pc:sldMk cId="877903212" sldId="262"/>
            <ac:spMk id="4" creationId="{75D56129-5386-B9F2-74DB-02C1E898AD7C}"/>
          </ac:spMkLst>
        </pc:spChg>
        <pc:spChg chg="add del mod">
          <ac:chgData name="윤식 함" userId="206ff4e6f5d5a004" providerId="LiveId" clId="{9B86B356-0F7C-41A9-B160-C056C6471ABE}" dt="2026-01-26T14:37:09.217" v="919" actId="478"/>
          <ac:spMkLst>
            <pc:docMk/>
            <pc:sldMk cId="877903212" sldId="262"/>
            <ac:spMk id="9" creationId="{9DF8F156-5B89-0DDC-E072-2E36542C231D}"/>
          </ac:spMkLst>
        </pc:spChg>
        <pc:spChg chg="add del mod">
          <ac:chgData name="윤식 함" userId="206ff4e6f5d5a004" providerId="LiveId" clId="{9B86B356-0F7C-41A9-B160-C056C6471ABE}" dt="2026-01-26T14:37:53.860" v="924" actId="478"/>
          <ac:spMkLst>
            <pc:docMk/>
            <pc:sldMk cId="877903212" sldId="262"/>
            <ac:spMk id="12" creationId="{2D7263D6-F640-A157-DABF-8010270CAF09}"/>
          </ac:spMkLst>
        </pc:spChg>
        <pc:spChg chg="add del mod">
          <ac:chgData name="윤식 함" userId="206ff4e6f5d5a004" providerId="LiveId" clId="{9B86B356-0F7C-41A9-B160-C056C6471ABE}" dt="2026-01-26T14:38:12.658" v="930" actId="478"/>
          <ac:spMkLst>
            <pc:docMk/>
            <pc:sldMk cId="877903212" sldId="262"/>
            <ac:spMk id="13" creationId="{A7730E97-76A9-9E99-5AC0-C30273D9EE39}"/>
          </ac:spMkLst>
        </pc:spChg>
        <pc:spChg chg="add mod">
          <ac:chgData name="윤식 함" userId="206ff4e6f5d5a004" providerId="LiveId" clId="{9B86B356-0F7C-41A9-B160-C056C6471ABE}" dt="2026-01-26T14:47:24.008" v="1010"/>
          <ac:spMkLst>
            <pc:docMk/>
            <pc:sldMk cId="877903212" sldId="262"/>
            <ac:spMk id="14" creationId="{8AF6C7E2-28D8-443E-BBDE-5676B4EB41EE}"/>
          </ac:spMkLst>
        </pc:spChg>
        <pc:spChg chg="mod">
          <ac:chgData name="윤식 함" userId="206ff4e6f5d5a004" providerId="LiveId" clId="{9B86B356-0F7C-41A9-B160-C056C6471ABE}" dt="2026-01-26T14:34:56.176" v="600" actId="14100"/>
          <ac:spMkLst>
            <pc:docMk/>
            <pc:sldMk cId="877903212" sldId="262"/>
            <ac:spMk id="18" creationId="{BE05D29C-A8EB-CE96-43EC-6D2BEE5AB710}"/>
          </ac:spMkLst>
        </pc:spChg>
        <pc:spChg chg="mod">
          <ac:chgData name="윤식 함" userId="206ff4e6f5d5a004" providerId="LiveId" clId="{9B86B356-0F7C-41A9-B160-C056C6471ABE}" dt="2026-01-26T14:35:20.070" v="733" actId="14100"/>
          <ac:spMkLst>
            <pc:docMk/>
            <pc:sldMk cId="877903212" sldId="262"/>
            <ac:spMk id="19" creationId="{C6DA6F55-E5FD-A3B2-081F-9D02A9622B88}"/>
          </ac:spMkLst>
        </pc:spChg>
        <pc:spChg chg="add del mod">
          <ac:chgData name="윤식 함" userId="206ff4e6f5d5a004" providerId="LiveId" clId="{9B86B356-0F7C-41A9-B160-C056C6471ABE}" dt="2026-01-26T14:35:24.008" v="734" actId="21"/>
          <ac:spMkLst>
            <pc:docMk/>
            <pc:sldMk cId="877903212" sldId="262"/>
            <ac:spMk id="22" creationId="{1F658E5E-E3EC-3B1B-C871-6884B1C7DEC5}"/>
          </ac:spMkLst>
        </pc:spChg>
        <pc:picChg chg="add del mod">
          <ac:chgData name="윤식 함" userId="206ff4e6f5d5a004" providerId="LiveId" clId="{9B86B356-0F7C-41A9-B160-C056C6471ABE}" dt="2026-01-26T14:38:32.924" v="931" actId="21"/>
          <ac:picMkLst>
            <pc:docMk/>
            <pc:sldMk cId="877903212" sldId="262"/>
            <ac:picMk id="23" creationId="{9D424A6A-9939-01D3-C43E-AD6075AD3B16}"/>
          </ac:picMkLst>
        </pc:picChg>
      </pc:sldChg>
      <pc:sldChg chg="addSp delSp modSp add mod">
        <pc:chgData name="윤식 함" userId="206ff4e6f5d5a004" providerId="LiveId" clId="{9B86B356-0F7C-41A9-B160-C056C6471ABE}" dt="2026-01-26T14:52:07.153" v="1252" actId="478"/>
        <pc:sldMkLst>
          <pc:docMk/>
          <pc:sldMk cId="2168152853" sldId="263"/>
        </pc:sldMkLst>
        <pc:spChg chg="mod">
          <ac:chgData name="윤식 함" userId="206ff4e6f5d5a004" providerId="LiveId" clId="{9B86B356-0F7C-41A9-B160-C056C6471ABE}" dt="2026-01-26T14:47:14.930" v="1007" actId="14100"/>
          <ac:spMkLst>
            <pc:docMk/>
            <pc:sldMk cId="2168152853" sldId="263"/>
            <ac:spMk id="2" creationId="{7BD16AB2-F073-5A0D-9DFF-7D35593EACCF}"/>
          </ac:spMkLst>
        </pc:spChg>
        <pc:spChg chg="del">
          <ac:chgData name="윤식 함" userId="206ff4e6f5d5a004" providerId="LiveId" clId="{9B86B356-0F7C-41A9-B160-C056C6471ABE}" dt="2026-01-26T14:35:46.728" v="751" actId="478"/>
          <ac:spMkLst>
            <pc:docMk/>
            <pc:sldMk cId="2168152853" sldId="263"/>
            <ac:spMk id="3" creationId="{3FE00B59-265F-08AD-D83D-CCFD64E0ABF6}"/>
          </ac:spMkLst>
        </pc:spChg>
        <pc:spChg chg="del">
          <ac:chgData name="윤식 함" userId="206ff4e6f5d5a004" providerId="LiveId" clId="{9B86B356-0F7C-41A9-B160-C056C6471ABE}" dt="2026-01-26T14:35:47.916" v="752" actId="478"/>
          <ac:spMkLst>
            <pc:docMk/>
            <pc:sldMk cId="2168152853" sldId="263"/>
            <ac:spMk id="4" creationId="{46C06D17-C06E-F24B-051E-D5799E6F1C8C}"/>
          </ac:spMkLst>
        </pc:spChg>
        <pc:spChg chg="add mod">
          <ac:chgData name="윤식 함" userId="206ff4e6f5d5a004" providerId="LiveId" clId="{9B86B356-0F7C-41A9-B160-C056C6471ABE}" dt="2026-01-26T14:47:06.648" v="1004" actId="14100"/>
          <ac:spMkLst>
            <pc:docMk/>
            <pc:sldMk cId="2168152853" sldId="263"/>
            <ac:spMk id="9" creationId="{3D39D4A2-C71B-C18D-CD75-ACBBEFB7D7FE}"/>
          </ac:spMkLst>
        </pc:spChg>
        <pc:spChg chg="mod">
          <ac:chgData name="윤식 함" userId="206ff4e6f5d5a004" providerId="LiveId" clId="{9B86B356-0F7C-41A9-B160-C056C6471ABE}" dt="2026-01-26T14:52:04.606" v="1251" actId="14100"/>
          <ac:spMkLst>
            <pc:docMk/>
            <pc:sldMk cId="2168152853" sldId="263"/>
            <ac:spMk id="18" creationId="{DDBA44D6-7E4B-AA77-EA4E-ACE4797ACD88}"/>
          </ac:spMkLst>
        </pc:spChg>
        <pc:spChg chg="del">
          <ac:chgData name="윤식 함" userId="206ff4e6f5d5a004" providerId="LiveId" clId="{9B86B356-0F7C-41A9-B160-C056C6471ABE}" dt="2026-01-26T14:35:49.510" v="753" actId="478"/>
          <ac:spMkLst>
            <pc:docMk/>
            <pc:sldMk cId="2168152853" sldId="263"/>
            <ac:spMk id="19" creationId="{E74BEA76-AADD-36C1-0B95-149337EF2115}"/>
          </ac:spMkLst>
        </pc:spChg>
        <pc:spChg chg="add del mod">
          <ac:chgData name="윤식 함" userId="206ff4e6f5d5a004" providerId="LiveId" clId="{9B86B356-0F7C-41A9-B160-C056C6471ABE}" dt="2026-01-26T14:36:27.215" v="906" actId="478"/>
          <ac:spMkLst>
            <pc:docMk/>
            <pc:sldMk cId="2168152853" sldId="263"/>
            <ac:spMk id="24" creationId="{1F658E5E-E3EC-3B1B-C871-6884B1C7DEC5}"/>
          </ac:spMkLst>
        </pc:spChg>
        <pc:spChg chg="add del mod">
          <ac:chgData name="윤식 함" userId="206ff4e6f5d5a004" providerId="LiveId" clId="{9B86B356-0F7C-41A9-B160-C056C6471ABE}" dt="2026-01-26T14:52:07.153" v="1252" actId="478"/>
          <ac:spMkLst>
            <pc:docMk/>
            <pc:sldMk cId="2168152853" sldId="263"/>
            <ac:spMk id="30" creationId="{99DD5617-2F9F-444E-38AE-3B1A9BC52738}"/>
          </ac:spMkLst>
        </pc:spChg>
      </pc:sldChg>
      <pc:sldChg chg="addSp delSp modSp add mod ord">
        <pc:chgData name="윤식 함" userId="206ff4e6f5d5a004" providerId="LiveId" clId="{9B86B356-0F7C-41A9-B160-C056C6471ABE}" dt="2026-01-26T14:53:31.365" v="1284" actId="478"/>
        <pc:sldMkLst>
          <pc:docMk/>
          <pc:sldMk cId="569662781" sldId="264"/>
        </pc:sldMkLst>
        <pc:spChg chg="mod">
          <ac:chgData name="윤식 함" userId="206ff4e6f5d5a004" providerId="LiveId" clId="{9B86B356-0F7C-41A9-B160-C056C6471ABE}" dt="2026-01-26T14:50:56.552" v="1089"/>
          <ac:spMkLst>
            <pc:docMk/>
            <pc:sldMk cId="569662781" sldId="264"/>
            <ac:spMk id="3" creationId="{0E2CAE7A-8E6D-D611-0096-99FAD2D244B0}"/>
          </ac:spMkLst>
        </pc:spChg>
        <pc:spChg chg="mod">
          <ac:chgData name="윤식 함" userId="206ff4e6f5d5a004" providerId="LiveId" clId="{9B86B356-0F7C-41A9-B160-C056C6471ABE}" dt="2026-01-26T14:53:11.347" v="1279" actId="20577"/>
          <ac:spMkLst>
            <pc:docMk/>
            <pc:sldMk cId="569662781" sldId="264"/>
            <ac:spMk id="4" creationId="{EE9B5E8B-7864-9955-73F5-D7FB24FCA745}"/>
          </ac:spMkLst>
        </pc:spChg>
        <pc:spChg chg="mod">
          <ac:chgData name="윤식 함" userId="206ff4e6f5d5a004" providerId="LiveId" clId="{9B86B356-0F7C-41A9-B160-C056C6471ABE}" dt="2026-01-26T14:51:06.352" v="1096" actId="14100"/>
          <ac:spMkLst>
            <pc:docMk/>
            <pc:sldMk cId="569662781" sldId="264"/>
            <ac:spMk id="18" creationId="{E2FB9C87-ACFF-763B-0CE6-44C1A04160E8}"/>
          </ac:spMkLst>
        </pc:spChg>
        <pc:spChg chg="mod">
          <ac:chgData name="윤식 함" userId="206ff4e6f5d5a004" providerId="LiveId" clId="{9B86B356-0F7C-41A9-B160-C056C6471ABE}" dt="2026-01-26T14:51:42.964" v="1210" actId="20577"/>
          <ac:spMkLst>
            <pc:docMk/>
            <pc:sldMk cId="569662781" sldId="264"/>
            <ac:spMk id="19" creationId="{1AF67E8B-9ED2-BF42-F8B6-197DD2EFBF5B}"/>
          </ac:spMkLst>
        </pc:spChg>
        <pc:spChg chg="mod">
          <ac:chgData name="윤식 함" userId="206ff4e6f5d5a004" providerId="LiveId" clId="{9B86B356-0F7C-41A9-B160-C056C6471ABE}" dt="2026-01-26T14:51:04.117" v="1095" actId="1076"/>
          <ac:spMkLst>
            <pc:docMk/>
            <pc:sldMk cId="569662781" sldId="264"/>
            <ac:spMk id="20" creationId="{8D9A676F-EB26-BE9E-6D33-99E82391B126}"/>
          </ac:spMkLst>
        </pc:spChg>
        <pc:spChg chg="mod">
          <ac:chgData name="윤식 함" userId="206ff4e6f5d5a004" providerId="LiveId" clId="{9B86B356-0F7C-41A9-B160-C056C6471ABE}" dt="2026-01-26T14:50:48.958" v="1088" actId="20577"/>
          <ac:spMkLst>
            <pc:docMk/>
            <pc:sldMk cId="569662781" sldId="264"/>
            <ac:spMk id="26" creationId="{80B5C499-878D-0501-8EEB-8A42594385B9}"/>
          </ac:spMkLst>
        </pc:spChg>
        <pc:spChg chg="add mod">
          <ac:chgData name="윤식 함" userId="206ff4e6f5d5a004" providerId="LiveId" clId="{9B86B356-0F7C-41A9-B160-C056C6471ABE}" dt="2026-01-26T14:49:57.312" v="1052"/>
          <ac:spMkLst>
            <pc:docMk/>
            <pc:sldMk cId="569662781" sldId="264"/>
            <ac:spMk id="29" creationId="{0931C547-942F-767A-EC0D-0725BF75BBEE}"/>
          </ac:spMkLst>
        </pc:spChg>
        <pc:spChg chg="add del mod">
          <ac:chgData name="윤식 함" userId="206ff4e6f5d5a004" providerId="LiveId" clId="{9B86B356-0F7C-41A9-B160-C056C6471ABE}" dt="2026-01-26T14:51:49.589" v="1211" actId="21"/>
          <ac:spMkLst>
            <pc:docMk/>
            <pc:sldMk cId="569662781" sldId="264"/>
            <ac:spMk id="30" creationId="{99DD5617-2F9F-444E-38AE-3B1A9BC52738}"/>
          </ac:spMkLst>
        </pc:spChg>
        <pc:picChg chg="add del mod">
          <ac:chgData name="윤식 함" userId="206ff4e6f5d5a004" providerId="LiveId" clId="{9B86B356-0F7C-41A9-B160-C056C6471ABE}" dt="2026-01-26T14:53:18.082" v="1280" actId="478"/>
          <ac:picMkLst>
            <pc:docMk/>
            <pc:sldMk cId="569662781" sldId="264"/>
            <ac:picMk id="9" creationId="{23580E29-1437-8CCA-8FA6-B36DDC758277}"/>
          </ac:picMkLst>
        </pc:picChg>
        <pc:picChg chg="add del mod">
          <ac:chgData name="윤식 함" userId="206ff4e6f5d5a004" providerId="LiveId" clId="{9B86B356-0F7C-41A9-B160-C056C6471ABE}" dt="2026-01-26T14:53:31.365" v="1284" actId="478"/>
          <ac:picMkLst>
            <pc:docMk/>
            <pc:sldMk cId="569662781" sldId="264"/>
            <ac:picMk id="13" creationId="{5693ACCC-4797-4B4B-DC4C-6B22B8A2E6C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94FA26-0514-4FC5-BAC5-8B5CA99D3AEE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472DD-84FC-4040-A6FE-42130A693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094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7CFEE0-CF2B-AAA3-B08E-E380F44BAC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B23C9F-7945-89D5-D010-A00F77D24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CF04BF-7F4B-A072-A78A-9E6DD723A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146EE3-4750-9F99-03F0-6C7B79D1F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93A020-25C5-8767-EF1A-D305F888C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214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6FF4C-4A6F-CE2A-60C0-6AE7B6316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00C-83E7-8D3B-6DC5-D37C9107C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DCBF63-0777-AF57-D122-692EA9D87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60AAD9-500C-CA07-26F0-314BACCC7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3E4C50-CC5A-C7F0-D3B6-2448E9E1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18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9B308F-E291-2C81-12A5-29F5AFED6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1A2D24-5DCA-35ED-91F6-D0E249C0C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5B3D6C-E085-F59E-E8D4-54601BCF3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0C2993-6830-D3EB-5DC9-43E1F060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BE0198-4392-BD68-5EBD-071EB78A0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486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9BF90A-2801-E6F6-CEB4-F73E332C3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AF8F9D-8A5B-F54D-F273-8E8100789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4C2671-C2D2-52CC-942E-AEBE188D1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570AAB-358B-3E67-6415-3525AAF92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C0AC6F-1237-0F80-0176-228299AC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11BC11-47BB-3CF0-4201-473D09967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013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A2D29B-C860-47C9-E256-24D742C94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346D26-0B51-A890-097F-5003A2AED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735F21-A038-16DA-9E14-48DB8C551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F198F23-A590-3C07-56AC-234CC23B5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4C6BB74-FBD9-8F9D-1CDC-CE295F9025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4165F0E-EF4C-76B8-520E-BFB14AE00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DFD0B9-1C03-536B-645D-8F754FAEB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8ED25B-97D1-5646-F61E-5923DD1F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436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76E00-54F3-D8C1-BD69-5B6216D16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DB1034-845F-2947-4445-4DDA05592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C7A59F-78DB-D308-3986-06C6E6B5D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CAE3F8-E633-DB2F-7975-B9279C156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376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88F0B1B-8310-7523-CD12-FA3E240C2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4EF2633-9EDF-0C64-C989-950FB6ABE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9F2C55-3332-86E2-3FD2-9F8F98FE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725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F64BF2-D299-75B5-7059-E0BC9B65E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339D96-58EA-AD87-7484-4788A3EAA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74690A-D1BE-D500-4D41-4AB4FB29F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0FC4F0-CE06-42AD-7823-463CBC36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CBDD92-6DDC-7382-43E4-FF5FF8A1F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7AA799-9422-EABF-42C9-6A422472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453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A44BBE-FE62-26F5-0818-E2BD576C0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1464EF-3170-FE3E-FCA2-6EB24193A0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304CB4-EEB6-0D1F-E314-87C43E713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9129C-8843-9076-C089-F84A88E1C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87AE6C-71E5-7E40-C715-DAA89301C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90FA3D-44C0-53A8-9EB9-9E2B01A7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833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01725-0CA3-CB12-0B53-5DAD4080F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AB58C5-5326-B091-7131-1F39E7E7B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E61D29-F501-8E3E-4DBB-64B94BD80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E9F267-246E-66A0-CF2D-E695883C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9FCAA9-7658-FBF6-45BD-FED4781B3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778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94081A-6ACA-D42F-2BC0-659179D11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730DCC-845E-4130-2517-D6B77A951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797DA2-786E-01E7-E41F-3336536D3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9C43EC-C134-63A7-2166-797D8622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D80902-F86F-8311-739A-1D525B90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795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F93E16F-8261-6D20-3A4B-8E3EA927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E00793-7DA4-0378-E75C-3DED59CB5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87A884-9C10-42F8-1AA1-379812877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35488-CAB6-4AF8-BD29-8D6B110DB6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53AA42-1486-D25E-224C-9E919C75C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BE6D7F-59BC-C59E-4EE8-F59551D1D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175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hyperlink" Target="https://sorincokr.sharepoint.com/:x:/s/msteams_a92a1d_505837/IQCtcSS68TuzTbp6DCvpPntFAVQR0kEF2ozjV1ek6KXCnoQ?e=FVberZ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78E0A34-9E38-0A53-6E85-FB9909DA0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537896" y="4727065"/>
            <a:ext cx="9116209" cy="72106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CD1C1048-27E5-4193-B5D3-56968457CAC2}"/>
              </a:ext>
            </a:extLst>
          </p:cNvPr>
          <p:cNvGrpSpPr/>
          <p:nvPr/>
        </p:nvGrpSpPr>
        <p:grpSpPr>
          <a:xfrm>
            <a:off x="4568754" y="6212807"/>
            <a:ext cx="2762537" cy="281983"/>
            <a:chOff x="9185623" y="6474417"/>
            <a:chExt cx="2762537" cy="28198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188D2A9-CEED-F42C-E5B8-858A50FBE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9645"/>
            <a:stretch>
              <a:fillRect/>
            </a:stretch>
          </p:blipFill>
          <p:spPr>
            <a:xfrm>
              <a:off x="9185623" y="6474417"/>
              <a:ext cx="303817" cy="281983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C9388C5C-576F-0FDE-C3C3-FB626F63B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16294" y="6504950"/>
              <a:ext cx="2431866" cy="232678"/>
            </a:xfrm>
            <a:prstGeom prst="rect">
              <a:avLst/>
            </a:prstGeom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622BCC0E-2973-B6D6-747B-2581ED996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537895" y="1072229"/>
            <a:ext cx="9116210" cy="7210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7EB4B9D-5812-DC2B-33EF-B30C4B0EB65B}"/>
              </a:ext>
            </a:extLst>
          </p:cNvPr>
          <p:cNvSpPr txBox="1"/>
          <p:nvPr/>
        </p:nvSpPr>
        <p:spPr>
          <a:xfrm>
            <a:off x="0" y="2104702"/>
            <a:ext cx="1219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공지관리 시스템 중간 보고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700819-17C7-8B9B-B2E4-DA795A8EA2F8}"/>
              </a:ext>
            </a:extLst>
          </p:cNvPr>
          <p:cNvSpPr txBox="1"/>
          <p:nvPr/>
        </p:nvSpPr>
        <p:spPr>
          <a:xfrm>
            <a:off x="19358" y="3473117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함윤식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9428D2-5C8E-A8CF-7175-D26762719C26}"/>
              </a:ext>
            </a:extLst>
          </p:cNvPr>
          <p:cNvSpPr txBox="1"/>
          <p:nvPr/>
        </p:nvSpPr>
        <p:spPr>
          <a:xfrm>
            <a:off x="19358" y="401053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서린정보기술 </a:t>
            </a: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ITH2</a:t>
            </a: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</a:t>
            </a:r>
          </a:p>
        </p:txBody>
      </p:sp>
    </p:spTree>
    <p:extLst>
      <p:ext uri="{BB962C8B-B14F-4D97-AF65-F5344CB8AC3E}">
        <p14:creationId xmlns:p14="http://schemas.microsoft.com/office/powerpoint/2010/main" val="136019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5BB15-94FC-6ABE-686F-C6FD542D4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F39A426-0884-0D0C-F591-232983DA63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5" t="14578" r="-1" b="-1"/>
          <a:stretch>
            <a:fillRect/>
          </a:stretch>
        </p:blipFill>
        <p:spPr>
          <a:xfrm>
            <a:off x="1433384" y="1186839"/>
            <a:ext cx="10758616" cy="731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5441E2-51D9-4DB1-4535-4370A5039072}"/>
              </a:ext>
            </a:extLst>
          </p:cNvPr>
          <p:cNvSpPr txBox="1"/>
          <p:nvPr/>
        </p:nvSpPr>
        <p:spPr>
          <a:xfrm>
            <a:off x="162560" y="6494790"/>
            <a:ext cx="13614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공지관리 시스템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v1.0</a:t>
            </a:r>
            <a:endParaRPr lang="ko-KR" alt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8AB04BC-4E7A-1DD5-84A9-7C1B1CB0DE30}"/>
              </a:ext>
            </a:extLst>
          </p:cNvPr>
          <p:cNvGrpSpPr/>
          <p:nvPr/>
        </p:nvGrpSpPr>
        <p:grpSpPr>
          <a:xfrm>
            <a:off x="9185623" y="6474417"/>
            <a:ext cx="2762537" cy="281983"/>
            <a:chOff x="9185623" y="6474417"/>
            <a:chExt cx="2762537" cy="28198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1DBC86-2A41-789C-13E5-487A413D8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9645"/>
            <a:stretch>
              <a:fillRect/>
            </a:stretch>
          </p:blipFill>
          <p:spPr>
            <a:xfrm>
              <a:off x="9185623" y="6474417"/>
              <a:ext cx="303817" cy="281983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2880AC6-1607-E8B4-3DBC-59E6CEFCE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16294" y="6504950"/>
              <a:ext cx="2431866" cy="232678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6DA11E0-6634-324F-5B99-C14E3BD476EB}"/>
              </a:ext>
            </a:extLst>
          </p:cNvPr>
          <p:cNvSpPr txBox="1"/>
          <p:nvPr/>
        </p:nvSpPr>
        <p:spPr>
          <a:xfrm>
            <a:off x="1433384" y="638973"/>
            <a:ext cx="107586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337E8-74D2-1062-54CF-8CC4B98AE181}"/>
              </a:ext>
            </a:extLst>
          </p:cNvPr>
          <p:cNvSpPr txBox="1"/>
          <p:nvPr/>
        </p:nvSpPr>
        <p:spPr>
          <a:xfrm>
            <a:off x="1433384" y="1905098"/>
            <a:ext cx="10758616" cy="219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01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개요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02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일정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프로그램 시연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7BC27-AC4A-D7EC-A233-9F9A9A06997F}"/>
              </a:ext>
            </a:extLst>
          </p:cNvPr>
          <p:cNvSpPr txBox="1"/>
          <p:nvPr/>
        </p:nvSpPr>
        <p:spPr>
          <a:xfrm>
            <a:off x="1433384" y="361974"/>
            <a:ext cx="10758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CONTENTS</a:t>
            </a:r>
            <a:endParaRPr lang="ko-KR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3DF665-7B90-36BD-361B-0C3B21AF6E44}"/>
              </a:ext>
            </a:extLst>
          </p:cNvPr>
          <p:cNvSpPr txBox="1"/>
          <p:nvPr/>
        </p:nvSpPr>
        <p:spPr>
          <a:xfrm>
            <a:off x="1433384" y="1272035"/>
            <a:ext cx="10758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해당 목차 기준으로 발표를 진행합니다</a:t>
            </a:r>
            <a:r>
              <a:rPr lang="en-US" altLang="ko-KR" sz="1200" b="1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b="1" dirty="0">
              <a:solidFill>
                <a:schemeClr val="bg2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8813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4109E-912D-D577-7674-A93DFEFB5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0">
            <a:extLst>
              <a:ext uri="{FF2B5EF4-FFF2-40B4-BE49-F238E27FC236}">
                <a16:creationId xmlns:a16="http://schemas.microsoft.com/office/drawing/2014/main" id="{85AD56EF-B1E1-060C-F007-B3D48D058BC2}"/>
              </a:ext>
            </a:extLst>
          </p:cNvPr>
          <p:cNvSpPr/>
          <p:nvPr/>
        </p:nvSpPr>
        <p:spPr>
          <a:xfrm>
            <a:off x="327286" y="3232927"/>
            <a:ext cx="11434496" cy="2504338"/>
          </a:xfrm>
          <a:prstGeom prst="rect">
            <a:avLst/>
          </a:prstGeom>
          <a:solidFill>
            <a:srgbClr val="FFFFFF"/>
          </a:solidFill>
          <a:ln>
            <a:solidFill>
              <a:srgbClr val="DCE1E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116128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 dirty="0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FCE3373D-DF32-F75A-CF85-3B98EF97B75B}"/>
              </a:ext>
            </a:extLst>
          </p:cNvPr>
          <p:cNvSpPr/>
          <p:nvPr/>
        </p:nvSpPr>
        <p:spPr>
          <a:xfrm>
            <a:off x="4917989" y="753788"/>
            <a:ext cx="6876744" cy="2274574"/>
          </a:xfrm>
          <a:prstGeom prst="rect">
            <a:avLst/>
          </a:prstGeom>
          <a:solidFill>
            <a:srgbClr val="FFFFFF"/>
          </a:solidFill>
          <a:ln>
            <a:solidFill>
              <a:srgbClr val="DCE1E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116128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EFFB29F-73D7-8E41-A705-0CC182244F1B}"/>
              </a:ext>
            </a:extLst>
          </p:cNvPr>
          <p:cNvGrpSpPr/>
          <p:nvPr/>
        </p:nvGrpSpPr>
        <p:grpSpPr>
          <a:xfrm>
            <a:off x="0" y="6327183"/>
            <a:ext cx="12192000" cy="429217"/>
            <a:chOff x="0" y="6327183"/>
            <a:chExt cx="12192000" cy="42921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28647E2-10A5-36BE-98C4-DAAE72646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327183"/>
              <a:ext cx="12192000" cy="96434"/>
            </a:xfrm>
            <a:prstGeom prst="rect">
              <a:avLst/>
            </a:prstGeom>
          </p:spPr>
        </p:pic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5DF0CBB5-EBD1-5CA5-9367-758E5D2C4395}"/>
                </a:ext>
              </a:extLst>
            </p:cNvPr>
            <p:cNvGrpSpPr/>
            <p:nvPr/>
          </p:nvGrpSpPr>
          <p:grpSpPr>
            <a:xfrm>
              <a:off x="9185623" y="6474417"/>
              <a:ext cx="2762537" cy="281983"/>
              <a:chOff x="9185623" y="6474417"/>
              <a:chExt cx="2762537" cy="281983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6D948C42-EEC1-454B-D72D-58B7A5D6C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89645"/>
              <a:stretch>
                <a:fillRect/>
              </a:stretch>
            </p:blipFill>
            <p:spPr>
              <a:xfrm>
                <a:off x="9185623" y="6474417"/>
                <a:ext cx="303817" cy="281983"/>
              </a:xfrm>
              <a:prstGeom prst="rect">
                <a:avLst/>
              </a:pr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A7BC4554-B46B-F8AA-4788-4082699FD6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16294" y="6504950"/>
                <a:ext cx="2431866" cy="232678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A42901F-DC55-AC04-20B2-1F57FE5C205F}"/>
              </a:ext>
            </a:extLst>
          </p:cNvPr>
          <p:cNvSpPr txBox="1"/>
          <p:nvPr/>
        </p:nvSpPr>
        <p:spPr>
          <a:xfrm>
            <a:off x="369870" y="770304"/>
            <a:ext cx="5475988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추진목적　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0C1E67-A01F-985F-6E00-66BC4A964932}"/>
              </a:ext>
            </a:extLst>
          </p:cNvPr>
          <p:cNvSpPr txBox="1"/>
          <p:nvPr/>
        </p:nvSpPr>
        <p:spPr>
          <a:xfrm>
            <a:off x="369869" y="1402052"/>
            <a:ext cx="4540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관리 시스템을 신규 구축하여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Outlook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연동 공지 발송 체계 수립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BA8A5-B656-49E1-824D-AF18D17D4CC5}"/>
              </a:ext>
            </a:extLst>
          </p:cNvPr>
          <p:cNvSpPr txBox="1"/>
          <p:nvPr/>
        </p:nvSpPr>
        <p:spPr>
          <a:xfrm>
            <a:off x="334602" y="3060261"/>
            <a:ext cx="2370221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주요기능　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263FC3-C2D6-54CB-3BF7-7A58CD34DDAC}"/>
              </a:ext>
            </a:extLst>
          </p:cNvPr>
          <p:cNvSpPr txBox="1"/>
          <p:nvPr/>
        </p:nvSpPr>
        <p:spPr>
          <a:xfrm>
            <a:off x="286058" y="0"/>
            <a:ext cx="11905941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01 </a:t>
            </a: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개요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그림 8" descr="텍스트, 스크린샷, 폰트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9320F8-EC91-D277-99B8-3F74ACAD5A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5813" y="763397"/>
            <a:ext cx="6875168" cy="2265553"/>
          </a:xfrm>
          <a:prstGeom prst="rect">
            <a:avLst/>
          </a:prstGeom>
        </p:spPr>
      </p:pic>
      <p:pic>
        <p:nvPicPr>
          <p:cNvPr id="13" name="그림 12" descr="텍스트, 원, 일렉트릭 블루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A70E34-CA7F-A326-9311-6DEE391D911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306" b="17008"/>
          <a:stretch>
            <a:fillRect/>
          </a:stretch>
        </p:blipFill>
        <p:spPr>
          <a:xfrm>
            <a:off x="594668" y="3931773"/>
            <a:ext cx="1380173" cy="13900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52A37A7-F230-CB85-92B6-337D41CFCABB}"/>
              </a:ext>
            </a:extLst>
          </p:cNvPr>
          <p:cNvSpPr txBox="1"/>
          <p:nvPr/>
        </p:nvSpPr>
        <p:spPr>
          <a:xfrm>
            <a:off x="2039314" y="4316726"/>
            <a:ext cx="25867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 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등록 화면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 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발송 히스토리 화면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 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발송 결재 화면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대시보드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관리자 화면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로그인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SSO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연동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C890F3-AEEB-F700-E111-2C8E3D9646D3}"/>
              </a:ext>
            </a:extLst>
          </p:cNvPr>
          <p:cNvSpPr txBox="1"/>
          <p:nvPr/>
        </p:nvSpPr>
        <p:spPr>
          <a:xfrm>
            <a:off x="2045713" y="3911152"/>
            <a:ext cx="2586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등록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승인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발송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집계</a:t>
            </a:r>
          </a:p>
        </p:txBody>
      </p:sp>
      <p:pic>
        <p:nvPicPr>
          <p:cNvPr id="17" name="그림 16" descr="원, 일렉트릭 블루, 폰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6C8863-7164-61BB-55DF-DFE265DA8C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4058" y="3899777"/>
            <a:ext cx="1333385" cy="13480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22A24D3-B235-8149-E789-23C861AD61B5}"/>
              </a:ext>
            </a:extLst>
          </p:cNvPr>
          <p:cNvSpPr txBox="1"/>
          <p:nvPr/>
        </p:nvSpPr>
        <p:spPr>
          <a:xfrm>
            <a:off x="5749101" y="4321485"/>
            <a:ext cx="2586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 Outlook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메일 발송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공지일정 캘린더 등록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72512F-47EB-07EE-2836-D785766BD6F2}"/>
              </a:ext>
            </a:extLst>
          </p:cNvPr>
          <p:cNvSpPr txBox="1"/>
          <p:nvPr/>
        </p:nvSpPr>
        <p:spPr>
          <a:xfrm>
            <a:off x="5768776" y="3912072"/>
            <a:ext cx="2586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2. MS Graph API</a:t>
            </a:r>
            <a:endParaRPr lang="ko-KR" altLang="en-US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F294BEF-EA2B-0AAB-BD93-E38253E46F61}"/>
              </a:ext>
            </a:extLst>
          </p:cNvPr>
          <p:cNvGrpSpPr/>
          <p:nvPr/>
        </p:nvGrpSpPr>
        <p:grpSpPr>
          <a:xfrm>
            <a:off x="7728489" y="3929432"/>
            <a:ext cx="1358187" cy="1520963"/>
            <a:chOff x="9215118" y="3685983"/>
            <a:chExt cx="1528317" cy="1711483"/>
          </a:xfrm>
        </p:grpSpPr>
        <p:pic>
          <p:nvPicPr>
            <p:cNvPr id="28" name="그림 27" descr="로고, 폰트, 그래픽, 텍스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BD8C467-BE1B-9DC9-8430-C0932D0D8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15118" y="4132429"/>
              <a:ext cx="676369" cy="857370"/>
            </a:xfrm>
            <a:prstGeom prst="rect">
              <a:avLst/>
            </a:prstGeom>
          </p:spPr>
        </p:pic>
        <p:pic>
          <p:nvPicPr>
            <p:cNvPr id="30" name="그림 29" descr="로고, 텍스트, 폰트, 그래픽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C4D013C-51EA-98E2-7CE7-C99374B55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886495" y="3685983"/>
              <a:ext cx="657317" cy="809738"/>
            </a:xfrm>
            <a:prstGeom prst="rect">
              <a:avLst/>
            </a:prstGeom>
          </p:spPr>
        </p:pic>
        <p:pic>
          <p:nvPicPr>
            <p:cNvPr id="32" name="그림 31" descr="텍스트, 공구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15069F2-1410-FDE8-E831-9A6C48AEC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000381" y="4578202"/>
              <a:ext cx="743054" cy="819264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465FB01-DF5B-D1B1-3784-916CF6F9D2E2}"/>
              </a:ext>
            </a:extLst>
          </p:cNvPr>
          <p:cNvSpPr txBox="1"/>
          <p:nvPr/>
        </p:nvSpPr>
        <p:spPr>
          <a:xfrm>
            <a:off x="9151040" y="3916765"/>
            <a:ext cx="2586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시스템 기능 확장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A5F73A-A621-15AD-8194-73BE2706A375}"/>
              </a:ext>
            </a:extLst>
          </p:cNvPr>
          <p:cNvSpPr txBox="1"/>
          <p:nvPr/>
        </p:nvSpPr>
        <p:spPr>
          <a:xfrm>
            <a:off x="9186239" y="4314087"/>
            <a:ext cx="2586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알림 연계 표준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API Guide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수립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서비스 별 알림 연계 기능 구현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FB8B07-2EEA-BDC3-D3F0-FEAAAA3231C1}"/>
              </a:ext>
            </a:extLst>
          </p:cNvPr>
          <p:cNvSpPr txBox="1"/>
          <p:nvPr/>
        </p:nvSpPr>
        <p:spPr>
          <a:xfrm>
            <a:off x="162560" y="6494790"/>
            <a:ext cx="13614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공지관리 시스템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v1.0</a:t>
            </a:r>
            <a:endParaRPr lang="ko-KR" alt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4663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36813-4E92-B425-05FE-BDDFC3B08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0">
            <a:extLst>
              <a:ext uri="{FF2B5EF4-FFF2-40B4-BE49-F238E27FC236}">
                <a16:creationId xmlns:a16="http://schemas.microsoft.com/office/drawing/2014/main" id="{28842B8A-B6AA-6992-1A94-54EDF48DBFB9}"/>
              </a:ext>
            </a:extLst>
          </p:cNvPr>
          <p:cNvSpPr/>
          <p:nvPr/>
        </p:nvSpPr>
        <p:spPr>
          <a:xfrm>
            <a:off x="360238" y="2974019"/>
            <a:ext cx="11434496" cy="2812673"/>
          </a:xfrm>
          <a:prstGeom prst="rect">
            <a:avLst/>
          </a:prstGeom>
          <a:solidFill>
            <a:srgbClr val="FFFFFF"/>
          </a:solidFill>
          <a:ln>
            <a:solidFill>
              <a:srgbClr val="DCE1E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116128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B6DDA5F-0C60-ED8E-174F-BF3C81A85111}"/>
              </a:ext>
            </a:extLst>
          </p:cNvPr>
          <p:cNvGrpSpPr/>
          <p:nvPr/>
        </p:nvGrpSpPr>
        <p:grpSpPr>
          <a:xfrm>
            <a:off x="0" y="6327183"/>
            <a:ext cx="12192000" cy="429217"/>
            <a:chOff x="0" y="6327183"/>
            <a:chExt cx="12192000" cy="42921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2D0D1B0-7C89-6482-AF29-09C2CA0CA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327183"/>
              <a:ext cx="12192000" cy="96434"/>
            </a:xfrm>
            <a:prstGeom prst="rect">
              <a:avLst/>
            </a:prstGeom>
          </p:spPr>
        </p:pic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3DC96F13-A629-34F7-4D3A-2800523F08A3}"/>
                </a:ext>
              </a:extLst>
            </p:cNvPr>
            <p:cNvGrpSpPr/>
            <p:nvPr/>
          </p:nvGrpSpPr>
          <p:grpSpPr>
            <a:xfrm>
              <a:off x="9185623" y="6474417"/>
              <a:ext cx="2762537" cy="281983"/>
              <a:chOff x="9185623" y="6474417"/>
              <a:chExt cx="2762537" cy="281983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11B3575F-4AA5-DB70-5E67-0BF38F0752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89645"/>
              <a:stretch>
                <a:fillRect/>
              </a:stretch>
            </p:blipFill>
            <p:spPr>
              <a:xfrm>
                <a:off x="9185623" y="6474417"/>
                <a:ext cx="303817" cy="281983"/>
              </a:xfrm>
              <a:prstGeom prst="rect">
                <a:avLst/>
              </a:pr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1E4DF340-F37E-8F43-E909-76E9F53B65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16294" y="6504950"/>
                <a:ext cx="2431866" cy="232678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E2CAE7A-8E6D-D611-0096-99FAD2D244B0}"/>
              </a:ext>
            </a:extLst>
          </p:cNvPr>
          <p:cNvSpPr txBox="1"/>
          <p:nvPr/>
        </p:nvSpPr>
        <p:spPr>
          <a:xfrm>
            <a:off x="605003" y="770304"/>
            <a:ext cx="5475988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진행현황　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FB9C87-ACFF-763B-0CE6-44C1A04160E8}"/>
              </a:ext>
            </a:extLst>
          </p:cNvPr>
          <p:cNvSpPr txBox="1"/>
          <p:nvPr/>
        </p:nvSpPr>
        <p:spPr>
          <a:xfrm>
            <a:off x="3352800" y="2656086"/>
            <a:ext cx="25603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26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29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 공지관리 시스템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WBS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B5E8B-7864-9955-73F5-D7FB24FCA745}"/>
              </a:ext>
            </a:extLst>
          </p:cNvPr>
          <p:cNvSpPr txBox="1"/>
          <p:nvPr/>
        </p:nvSpPr>
        <p:spPr>
          <a:xfrm>
            <a:off x="396745" y="2838319"/>
            <a:ext cx="2370221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완료된 기능　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B5C499-878D-0501-8EEB-8A42594385B9}"/>
              </a:ext>
            </a:extLst>
          </p:cNvPr>
          <p:cNvSpPr txBox="1"/>
          <p:nvPr/>
        </p:nvSpPr>
        <p:spPr>
          <a:xfrm>
            <a:off x="286058" y="0"/>
            <a:ext cx="11905941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02 </a:t>
            </a: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일정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A8F665C-FB97-DC46-EA81-B58AB65A1F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30830"/>
              </p:ext>
            </p:extLst>
          </p:nvPr>
        </p:nvGraphicFramePr>
        <p:xfrm>
          <a:off x="588579" y="1746862"/>
          <a:ext cx="5191260" cy="381000"/>
        </p:xfrm>
        <a:graphic>
          <a:graphicData uri="http://schemas.openxmlformats.org/drawingml/2006/table">
            <a:tbl>
              <a:tblPr/>
              <a:tblGrid>
                <a:gridCol w="809297">
                  <a:extLst>
                    <a:ext uri="{9D8B030D-6E8A-4147-A177-3AD203B41FA5}">
                      <a16:colId xmlns:a16="http://schemas.microsoft.com/office/drawing/2014/main" val="3215266205"/>
                    </a:ext>
                  </a:extLst>
                </a:gridCol>
                <a:gridCol w="1668111">
                  <a:extLst>
                    <a:ext uri="{9D8B030D-6E8A-4147-A177-3AD203B41FA5}">
                      <a16:colId xmlns:a16="http://schemas.microsoft.com/office/drawing/2014/main" val="2203087496"/>
                    </a:ext>
                  </a:extLst>
                </a:gridCol>
                <a:gridCol w="1011615">
                  <a:extLst>
                    <a:ext uri="{9D8B030D-6E8A-4147-A177-3AD203B41FA5}">
                      <a16:colId xmlns:a16="http://schemas.microsoft.com/office/drawing/2014/main" val="4044865121"/>
                    </a:ext>
                  </a:extLst>
                </a:gridCol>
                <a:gridCol w="1702237">
                  <a:extLst>
                    <a:ext uri="{9D8B030D-6E8A-4147-A177-3AD203B41FA5}">
                      <a16:colId xmlns:a16="http://schemas.microsoft.com/office/drawing/2014/main" val="116456637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전체개발주차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진행주차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7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71314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211DFE1-4CD2-7325-BF41-B1B3C890F938}"/>
              </a:ext>
            </a:extLst>
          </p:cNvPr>
          <p:cNvSpPr txBox="1"/>
          <p:nvPr/>
        </p:nvSpPr>
        <p:spPr>
          <a:xfrm>
            <a:off x="635484" y="1388990"/>
            <a:ext cx="2987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기간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2025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12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15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2026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28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 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23931D9-B4A5-AD45-9C89-DCDC3D39B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938442"/>
              </p:ext>
            </p:extLst>
          </p:nvPr>
        </p:nvGraphicFramePr>
        <p:xfrm>
          <a:off x="588579" y="2208417"/>
          <a:ext cx="5185205" cy="381000"/>
        </p:xfrm>
        <a:graphic>
          <a:graphicData uri="http://schemas.openxmlformats.org/drawingml/2006/table">
            <a:tbl>
              <a:tblPr/>
              <a:tblGrid>
                <a:gridCol w="809297">
                  <a:extLst>
                    <a:ext uri="{9D8B030D-6E8A-4147-A177-3AD203B41FA5}">
                      <a16:colId xmlns:a16="http://schemas.microsoft.com/office/drawing/2014/main" val="3322915914"/>
                    </a:ext>
                  </a:extLst>
                </a:gridCol>
                <a:gridCol w="1657311">
                  <a:extLst>
                    <a:ext uri="{9D8B030D-6E8A-4147-A177-3AD203B41FA5}">
                      <a16:colId xmlns:a16="http://schemas.microsoft.com/office/drawing/2014/main" val="2231831824"/>
                    </a:ext>
                  </a:extLst>
                </a:gridCol>
                <a:gridCol w="1016131">
                  <a:extLst>
                    <a:ext uri="{9D8B030D-6E8A-4147-A177-3AD203B41FA5}">
                      <a16:colId xmlns:a16="http://schemas.microsoft.com/office/drawing/2014/main" val="4008987168"/>
                    </a:ext>
                  </a:extLst>
                </a:gridCol>
                <a:gridCol w="1702466">
                  <a:extLst>
                    <a:ext uri="{9D8B030D-6E8A-4147-A177-3AD203B41FA5}">
                      <a16:colId xmlns:a16="http://schemas.microsoft.com/office/drawing/2014/main" val="253940186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계획진척률</a:t>
                      </a:r>
                      <a:endParaRPr lang="ko-KR" alt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63.64%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개발진척률</a:t>
                      </a:r>
                      <a:endParaRPr lang="ko-KR" alt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83%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2723"/>
                  </a:ext>
                </a:extLst>
              </a:tr>
            </a:tbl>
          </a:graphicData>
        </a:graphic>
      </p:graphicFrame>
      <p:pic>
        <p:nvPicPr>
          <p:cNvPr id="32" name="그림 31" descr="텍스트, 원, 일렉트릭 블루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C8A80D-B7AA-C19A-6DDE-0AEBC97F7B1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306" b="17008"/>
          <a:stretch>
            <a:fillRect/>
          </a:stretch>
        </p:blipFill>
        <p:spPr>
          <a:xfrm>
            <a:off x="550280" y="3807486"/>
            <a:ext cx="1380173" cy="139003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4E52001-7753-CEC0-76F3-C8D17662AA1B}"/>
              </a:ext>
            </a:extLst>
          </p:cNvPr>
          <p:cNvSpPr txBox="1"/>
          <p:nvPr/>
        </p:nvSpPr>
        <p:spPr>
          <a:xfrm>
            <a:off x="2163601" y="4139173"/>
            <a:ext cx="25867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등록 화면 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발송 히스토리 화면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 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발송 결재 화면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대시보드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관리자 화면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로그인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SSO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연동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1DE303-7D32-1339-92D9-8FDFD2F5E8EE}"/>
              </a:ext>
            </a:extLst>
          </p:cNvPr>
          <p:cNvSpPr txBox="1"/>
          <p:nvPr/>
        </p:nvSpPr>
        <p:spPr>
          <a:xfrm>
            <a:off x="2143367" y="3751353"/>
            <a:ext cx="25867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공지 등록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승인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발송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집계 </a:t>
            </a:r>
            <a:r>
              <a:rPr lang="en-US" altLang="ko-KR" sz="1400" b="1" dirty="0">
                <a:solidFill>
                  <a:srgbClr val="4F8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400" b="1" dirty="0">
                <a:solidFill>
                  <a:srgbClr val="4F8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</a:t>
            </a:r>
            <a:r>
              <a:rPr lang="en-US" altLang="ko-KR" sz="1400" b="1" dirty="0">
                <a:solidFill>
                  <a:srgbClr val="4F8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200" b="1" dirty="0">
              <a:solidFill>
                <a:srgbClr val="4F80A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5" name="그림 34" descr="원, 일렉트릭 블루, 폰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B28015-81ED-3E25-2CD1-B924BCCD83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7021" y="3855389"/>
            <a:ext cx="1333385" cy="134803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5CB3482-93C5-82CA-E6C6-8C1DA8B4BFF7}"/>
              </a:ext>
            </a:extLst>
          </p:cNvPr>
          <p:cNvSpPr txBox="1"/>
          <p:nvPr/>
        </p:nvSpPr>
        <p:spPr>
          <a:xfrm>
            <a:off x="5979921" y="4161687"/>
            <a:ext cx="2586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 Outlook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메일 발송 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공지일정 캘린더 등록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17371F-B773-83C7-CAC3-809190DE7B69}"/>
              </a:ext>
            </a:extLst>
          </p:cNvPr>
          <p:cNvSpPr txBox="1"/>
          <p:nvPr/>
        </p:nvSpPr>
        <p:spPr>
          <a:xfrm>
            <a:off x="5999595" y="3707886"/>
            <a:ext cx="25867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2. MS Graph API </a:t>
            </a:r>
            <a:r>
              <a:rPr lang="en-US" altLang="ko-KR" sz="1400" b="1" dirty="0">
                <a:solidFill>
                  <a:srgbClr val="4F8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400" b="1" dirty="0">
                <a:solidFill>
                  <a:srgbClr val="4F8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</a:t>
            </a:r>
            <a:r>
              <a:rPr lang="en-US" altLang="ko-KR" sz="1400" b="1" dirty="0">
                <a:solidFill>
                  <a:srgbClr val="4F8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200" b="1" dirty="0">
              <a:solidFill>
                <a:srgbClr val="4F80A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D44506A-720E-F35F-0AFD-2DD21B0C9A1A}"/>
              </a:ext>
            </a:extLst>
          </p:cNvPr>
          <p:cNvGrpSpPr/>
          <p:nvPr/>
        </p:nvGrpSpPr>
        <p:grpSpPr>
          <a:xfrm>
            <a:off x="8127985" y="3840656"/>
            <a:ext cx="1358187" cy="1520963"/>
            <a:chOff x="9215118" y="3685983"/>
            <a:chExt cx="1528317" cy="1711483"/>
          </a:xfrm>
        </p:grpSpPr>
        <p:pic>
          <p:nvPicPr>
            <p:cNvPr id="39" name="그림 38" descr="로고, 폰트, 그래픽, 텍스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061E72A-4271-C8AB-7AB0-9194634F5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15118" y="4132429"/>
              <a:ext cx="676369" cy="857370"/>
            </a:xfrm>
            <a:prstGeom prst="rect">
              <a:avLst/>
            </a:prstGeom>
          </p:spPr>
        </p:pic>
        <p:pic>
          <p:nvPicPr>
            <p:cNvPr id="40" name="그림 39" descr="로고, 텍스트, 폰트, 그래픽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34A5EF8-DD34-478D-CE16-961EDC4A4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886495" y="3685983"/>
              <a:ext cx="657317" cy="809738"/>
            </a:xfrm>
            <a:prstGeom prst="rect">
              <a:avLst/>
            </a:prstGeom>
          </p:spPr>
        </p:pic>
        <p:pic>
          <p:nvPicPr>
            <p:cNvPr id="41" name="그림 40" descr="텍스트, 공구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1D5C3A0-8984-D6E7-A5C9-A2E378D03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000381" y="4578202"/>
              <a:ext cx="743054" cy="819264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C5B5666-0C50-3509-BE1E-04F39B8F4D0D}"/>
              </a:ext>
            </a:extLst>
          </p:cNvPr>
          <p:cNvSpPr txBox="1"/>
          <p:nvPr/>
        </p:nvSpPr>
        <p:spPr>
          <a:xfrm>
            <a:off x="9500707" y="3720611"/>
            <a:ext cx="2586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시스템 기능 확장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미완료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1EC601-6E55-17BC-9131-E8F65C1575E0}"/>
              </a:ext>
            </a:extLst>
          </p:cNvPr>
          <p:cNvSpPr txBox="1"/>
          <p:nvPr/>
        </p:nvSpPr>
        <p:spPr>
          <a:xfrm>
            <a:off x="9470325" y="4172044"/>
            <a:ext cx="2586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알림 연계 표준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API Guide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수립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서비스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별 알림 연계 기능 구현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0902C66-2DD7-2AD8-5219-FF68E257D40E}"/>
              </a:ext>
            </a:extLst>
          </p:cNvPr>
          <p:cNvSpPr/>
          <p:nvPr/>
        </p:nvSpPr>
        <p:spPr>
          <a:xfrm>
            <a:off x="7978802" y="2968388"/>
            <a:ext cx="3817398" cy="2822812"/>
          </a:xfrm>
          <a:prstGeom prst="rect">
            <a:avLst/>
          </a:prstGeom>
          <a:solidFill>
            <a:schemeClr val="bg2">
              <a:lumMod val="7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4A0F723F-8D13-73E9-5699-60DEC7A60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3241" y="2677517"/>
            <a:ext cx="1219200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0"/>
              </a:rPr>
              <a:t>공지관리시스템_WBS.xlsx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08E972-F508-C04E-43C4-2E129AFF1207}"/>
              </a:ext>
            </a:extLst>
          </p:cNvPr>
          <p:cNvSpPr txBox="1"/>
          <p:nvPr/>
        </p:nvSpPr>
        <p:spPr>
          <a:xfrm>
            <a:off x="162560" y="6494790"/>
            <a:ext cx="13614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공지관리 시스템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v1.0</a:t>
            </a:r>
            <a:endParaRPr lang="ko-KR" alt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4A6D5-92DE-5A42-F80B-6CB038333D79}"/>
              </a:ext>
            </a:extLst>
          </p:cNvPr>
          <p:cNvSpPr txBox="1"/>
          <p:nvPr/>
        </p:nvSpPr>
        <p:spPr>
          <a:xfrm>
            <a:off x="7970877" y="2804288"/>
            <a:ext cx="2370221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진행중 기능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9662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4AF09-81EA-30AE-EE52-7FC5AB94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B15FB885-0505-591E-A035-0B72097BA493}"/>
              </a:ext>
            </a:extLst>
          </p:cNvPr>
          <p:cNvGrpSpPr/>
          <p:nvPr/>
        </p:nvGrpSpPr>
        <p:grpSpPr>
          <a:xfrm>
            <a:off x="0" y="6327183"/>
            <a:ext cx="12192000" cy="429217"/>
            <a:chOff x="0" y="6327183"/>
            <a:chExt cx="12192000" cy="42921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60F232A-8419-EB31-9D67-646EEE9A8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327183"/>
              <a:ext cx="12192000" cy="96434"/>
            </a:xfrm>
            <a:prstGeom prst="rect">
              <a:avLst/>
            </a:prstGeom>
          </p:spPr>
        </p:pic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65CADAF2-3E30-9D7D-C18C-6AE702228BC4}"/>
                </a:ext>
              </a:extLst>
            </p:cNvPr>
            <p:cNvGrpSpPr/>
            <p:nvPr/>
          </p:nvGrpSpPr>
          <p:grpSpPr>
            <a:xfrm>
              <a:off x="9185623" y="6474417"/>
              <a:ext cx="2762537" cy="281983"/>
              <a:chOff x="9185623" y="6474417"/>
              <a:chExt cx="2762537" cy="281983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336FB70A-9C5E-7A1B-A78C-7BCCF64886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89645"/>
              <a:stretch>
                <a:fillRect/>
              </a:stretch>
            </p:blipFill>
            <p:spPr>
              <a:xfrm>
                <a:off x="9185623" y="6474417"/>
                <a:ext cx="303817" cy="281983"/>
              </a:xfrm>
              <a:prstGeom prst="rect">
                <a:avLst/>
              </a:pr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EC3CD24D-9C56-D536-1F17-24410FDA66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16294" y="6504950"/>
                <a:ext cx="2431866" cy="232678"/>
              </a:xfrm>
              <a:prstGeom prst="rect">
                <a:avLst/>
              </a:prstGeom>
            </p:spPr>
          </p:pic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BD16AB2-F073-5A0D-9DFF-7D35593EACCF}"/>
              </a:ext>
            </a:extLst>
          </p:cNvPr>
          <p:cNvSpPr txBox="1"/>
          <p:nvPr/>
        </p:nvSpPr>
        <p:spPr>
          <a:xfrm>
            <a:off x="286058" y="0"/>
            <a:ext cx="11905941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03 </a:t>
            </a: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프로그램 시연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3D39D4A2-C71B-C18D-CD75-ACBBEFB7D7FE}"/>
              </a:ext>
            </a:extLst>
          </p:cNvPr>
          <p:cNvSpPr/>
          <p:nvPr/>
        </p:nvSpPr>
        <p:spPr>
          <a:xfrm>
            <a:off x="233508" y="1276701"/>
            <a:ext cx="11617639" cy="4454581"/>
          </a:xfrm>
          <a:prstGeom prst="rect">
            <a:avLst/>
          </a:prstGeom>
          <a:solidFill>
            <a:srgbClr val="FFFFFF"/>
          </a:solidFill>
          <a:ln>
            <a:solidFill>
              <a:srgbClr val="DCE1E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116128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C2E698-1B8F-C68B-DD72-B502467DA4EB}"/>
              </a:ext>
            </a:extLst>
          </p:cNvPr>
          <p:cNvSpPr txBox="1"/>
          <p:nvPr/>
        </p:nvSpPr>
        <p:spPr>
          <a:xfrm>
            <a:off x="372374" y="1633519"/>
            <a:ext cx="1113645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시연 흐름</a:t>
            </a:r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로그인   </a:t>
            </a:r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등록   </a:t>
            </a:r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관리자 검토 및 승인</a:t>
            </a:r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반려 </a:t>
            </a:r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메일 발송 </a:t>
            </a:r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Outlook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일정 등록  </a:t>
            </a:r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5.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공지</a:t>
            </a:r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발송 히스토리 및 대시보드 통계 확인</a:t>
            </a:r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865E51-BB16-CD0A-74C9-DE62F38E4F56}"/>
              </a:ext>
            </a:extLst>
          </p:cNvPr>
          <p:cNvSpPr txBox="1"/>
          <p:nvPr/>
        </p:nvSpPr>
        <p:spPr>
          <a:xfrm>
            <a:off x="162560" y="6494790"/>
            <a:ext cx="13614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공지관리 시스템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v1.0</a:t>
            </a:r>
            <a:endParaRPr lang="ko-KR" alt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8152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c1df8f4-4bd0-47b5-a9b8-8f61fb47fe07}" enabled="1" method="Privileged" siteId="{2002127d-ecd5-424c-b995-a6f750055ec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267</Words>
  <Application>Microsoft Office PowerPoint</Application>
  <PresentationFormat>와이드스크린</PresentationFormat>
  <Paragraphs>70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윤식 함</dc:creator>
  <cp:lastModifiedBy>윤식 함</cp:lastModifiedBy>
  <cp:revision>20</cp:revision>
  <dcterms:created xsi:type="dcterms:W3CDTF">2026-01-26T13:57:38Z</dcterms:created>
  <dcterms:modified xsi:type="dcterms:W3CDTF">2026-01-29T15:26:27Z</dcterms:modified>
</cp:coreProperties>
</file>